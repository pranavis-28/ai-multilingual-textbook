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cohort nodes must write their decision to write-ahead log before replying.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Distributed Systems: Consensus &amp; Fault Tolerance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Lecturer: Cloud Systems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Two-Phase Commit Protocol (2PC)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Two-Phase Commit coordinates distributed transactions across autonomous nodes.</a:t>
            </a:r>
          </a:p>
          <a:p>
            <a:r>
              <a:t>Prepare Phase: Coordinator broadcasts query-to-commit to all participants.</a:t>
            </a:r>
          </a:p>
          <a:p>
            <a:r>
              <a:t>Commit Phase: Coordinator instructs either commit or rollback based on unanimous agreement.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Clocks and Causality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Vector clocks determine the causal ordering of events in distributed asynchronous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