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Distributed Systems: Consensus &amp; Fault Tolerance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Lecturer: Distributed Computing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Two-Phase Commit Protocol (2PC)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Two-Phase Commit Protocol coordinates distributed participants.</a:t>
            </a:r>
          </a:p>
          <a:p>
            <a:r>
              <a:t>Phase 1: Prepare request sent to all cohort nodes.</a:t>
            </a:r>
          </a:p>
          <a:p>
            <a:r>
              <a:t>Phase 2: Global commit or global abort executed.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Raft Consensus Algorithm &amp; Heartbeats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Raft uses randomized election timers to avoid split votes.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