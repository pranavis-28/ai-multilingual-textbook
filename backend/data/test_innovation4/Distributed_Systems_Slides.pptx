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Raft Consensus and Leader Election 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Raft consensus protocol manages replicated state machines.</a:t>
            </a:r>
          </a:p>
          <a:p>
            <a:r>
              <a:t>Randomized election timers range between 150ms and 300ms to avoid split votes.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