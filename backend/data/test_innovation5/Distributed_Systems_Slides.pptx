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Raft Consensus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Raft consensus protocol manages replicated state machines across clusters.</a:t>
            </a:r>
          </a:p>
          <a:p>
            <a:r>
              <a:t>Raft Consensus Algorithm requires knowledge of Two-Phase Commit Protocol and leader election.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