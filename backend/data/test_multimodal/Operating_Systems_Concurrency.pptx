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to students that binary semaphores are equivalent to mutex 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Operating Systems: Process Synchronization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Lecturer: Dr. OS</a:t>
            </a:r>
          </a:p>
          <a:p>
            <a:r>
              <a:t>Topics: Semaphores, Mutexes, and Deadlocks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Semaphores and Mutual Exclusion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Semaphore is a synchronization tool introduced by Edsger Dijkstra.</a:t>
            </a:r>
          </a:p>
          <a:p>
            <a:r>
              <a:t>Wait (P operation) decrements the semaphore value and blocks if negative.</a:t>
            </a:r>
          </a:p>
          <a:p>
            <a:r>
              <a:t>Signal (V operation) increments the semaphore value and wakes a blocked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Four Coffman Conditions for Deadlock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Mutual Exclusion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 least one non-shareable resource.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Hold and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 holds resource while requesting others.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No Preemption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Resources cannot be forcibly taken.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Circular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Circular chain of processes waiting for each other.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